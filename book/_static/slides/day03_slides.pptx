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ổn định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 — Độ ổn định của mô hình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đẹp chưa đủ. Cần biết mô hình dao động ra sao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95144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này làm gì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297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5 fold CV cho ring1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bootstrap để có khoảng tin cậy cho AUC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một ví dụ leakage rất ngắn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2240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232257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CV AUC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68" y="24871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2240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7848" y="232257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27848" y="24871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30175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309981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CI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81928" y="326440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0.687 đến 0.923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hình để nhớ</a:t>
            </a:r>
            <a:endParaRPr lang="en-US" sz="1200" dirty="0"/>
          </a:p>
        </p:txBody>
      </p:sp>
      <p:pic>
        <p:nvPicPr>
          <p:cNvPr id="22" name="Image 0" descr="/mnt/data/final_repo/book/_static/figures/day03_cv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7580" y="4160520"/>
            <a:ext cx="2561561" cy="16916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giải thích vai trò của CV và bootstrap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thuyết ngắn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 tập trung vào độ tin cậy của kết quả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749040" cy="4069080"/>
          </a:xfrm>
          <a:prstGeom prst="roundRect">
            <a:avLst>
              <a:gd name="adj" fmla="val 2439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97510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918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dữ liệu thành nhiều fold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fold cho một lần kiểm tra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độ dao động giữa các fold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108960" cy="4069080"/>
          </a:xfrm>
          <a:prstGeom prst="roundRect">
            <a:avLst>
              <a:gd name="adj" fmla="val 2941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97510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26974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mẫu lại nhiều lần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AUC cho từng lần lặp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khoảng tin cậy cho AUC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1828800"/>
            <a:ext cx="3703320" cy="4069080"/>
          </a:xfrm>
          <a:prstGeom prst="roundRect">
            <a:avLst>
              <a:gd name="adj" fmla="val 2469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82712" y="1975104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2331720"/>
            <a:ext cx="32461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hiện khi thông tin test lọt vào train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gặp ở bước scaler và feature selection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AUC đẹp giả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chạy code của phần CV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— 5 fold CV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chỉ cần hiểu vòng lặp CV đang trả ra một dãy AUC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760720" cy="4526280"/>
          </a:xfrm>
          <a:prstGeom prst="roundRect">
            <a:avLst>
              <a:gd name="adj" fmla="val 1616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167128"/>
            <a:ext cx="5431536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StratifiedKFold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n_splits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shuffle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random_state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cv_result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cross_validate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'roc_auc'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return_train_score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cv_table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'fold'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'auc'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cv_result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'test_roc_auc'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cv_table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783080"/>
            <a:ext cx="4983480" cy="4526280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2552" y="19293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đọc ra điều gì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240280"/>
            <a:ext cx="452628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các fold dao động quá mạnh thì mô hình không ổn định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mean AUC và từng fold đều giữ khá tốt thì có thể yên tâm hơn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không thay thế test set nhưng giúp nhìn sâu hơn vào độ ổn định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hiển thị CV và bootstrap của bộ 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CV và bootstrap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demo — CV và bootstrap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hình này đủ để viết phần ổn định của mô hình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77266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9280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hình của Day 03</a:t>
            </a:r>
            <a:endParaRPr lang="en-US" sz="1200" dirty="0"/>
          </a:p>
        </p:txBody>
      </p:sp>
      <p:pic>
        <p:nvPicPr>
          <p:cNvPr id="10" name="Image 0" descr="/mnt/data/final_repo/book/_static/figures/day03_plot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58312"/>
            <a:ext cx="7452360" cy="19872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49640" y="1783080"/>
            <a:ext cx="3063240" cy="4617720"/>
          </a:xfrm>
          <a:prstGeom prst="roundRect">
            <a:avLst>
              <a:gd name="adj" fmla="val 2985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14232" y="192938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chốt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32520" y="2240280"/>
            <a:ext cx="269748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CV AUC là 0.81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mean AUC là 0.816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CI chạy từ 0.687 đến 0.923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leakage cho thấy làm sai có thể khiến AUC cao giả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chốt sản phẩm của Day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buổi học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sau bài học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 giúp kết quả của Day 02 đáng tin hơn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11226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có sau Day 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3891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AUC của 5 fold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bootstrap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ví dụ leakage rất ngắn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nhận xét về độ ổn định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96596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2112264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sang Day 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49834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 sẽ lấy pred_prob của ring1 để nối sang bảng pathway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đây học sinh sẽ thấy AI và NGS gặp nhau ở đâu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là phần radiogenomics của mini bootcamp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Day 04 — Delta P theo pathway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Radiomics Mini Bootcamp</dc:title>
  <dc:subject>EGFR Radiomics Mini Bootcamp</dc:subject>
  <dc:creator>OpenAI</dc:creator>
  <cp:lastModifiedBy>OpenAI</cp:lastModifiedBy>
  <cp:revision>1</cp:revision>
  <dcterms:created xsi:type="dcterms:W3CDTF">2026-03-07T13:11:38Z</dcterms:created>
  <dcterms:modified xsi:type="dcterms:W3CDTF">2026-03-07T13:11:38Z</dcterms:modified>
</cp:coreProperties>
</file>