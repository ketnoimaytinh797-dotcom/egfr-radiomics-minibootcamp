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Day 03 — Stability analysis: cross validation + bootstrap + leakage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EGFR Radiomics mini bootcamp (5 buổi)</a:t>
            </a:r>
          </a:p>
          <a:p>
            <a:r>
              <a:t>Format: slides + Colab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Mục tiêu buổi học</a:t>
            </a:r>
          </a:p>
          <a:p>
            <a:pPr/>
            <a:r>
              <a:t>K fold cross validation</a:t>
            </a:r>
          </a:p>
          <a:p>
            <a:pPr/>
            <a:r>
              <a:t>Bootstrap và khoảng tin cậy AUC</a:t>
            </a:r>
          </a:p>
          <a:p>
            <a:pPr/>
            <a:r>
              <a:t>Ví dụ leakage và cách tránh</a:t>
            </a:r>
          </a:p>
          <a:p>
            <a:pPr/>
            <a:r>
              <a:t>Lưu sản phẩm cuối buổi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Vì sao cần stability?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 nhỏ nên chia train test sẽ dao động</a:t>
            </a:r>
          </a:p>
          <a:p>
            <a:r>
              <a:t>Một lần split có thể quá may mắn hoặc quá xấu</a:t>
            </a:r>
          </a:p>
          <a:p>
            <a:r>
              <a:t>Cần báo cáo mean và độ dao động</a:t>
            </a:r>
          </a:p>
          <a:p>
            <a:r>
              <a:t>Giúp kết quả đáng tin hơn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K-fold cross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Chia dữ liệu thành k phần</a:t>
            </a:r>
          </a:p>
          <a:p>
            <a:r>
              <a:t>Lặp k lần: mỗi lần 1 phần làm validation</a:t>
            </a:r>
          </a:p>
          <a:p>
            <a:r>
              <a:t>Dùng stratified để giữ tỉ lệ EGFR</a:t>
            </a:r>
          </a:p>
          <a:p>
            <a:r>
              <a:t>Báo cáo AUC mean ± std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CV (ý tưởng)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Inner loop để chọn tham số hoặc chọn feature</a:t>
            </a:r>
          </a:p>
          <a:p>
            <a:r>
              <a:t>Outer loop để đánh giá công bằng</a:t>
            </a:r>
          </a:p>
          <a:p>
            <a:r>
              <a:t>Dùng khi cần tuning nhiều và tránh overfitting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Bootstrap là gì?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Lấy mẫu lại có hoàn lại từ dataset</a:t>
            </a:r>
          </a:p>
          <a:p>
            <a:r>
              <a:t>Tính AUC cho mỗi lần bootstrap</a:t>
            </a:r>
          </a:p>
          <a:p>
            <a:r>
              <a:t>Dùng để ước lượng phân phối của AUC</a:t>
            </a:r>
          </a:p>
          <a:p>
            <a:r>
              <a:t>Từ đó lấy CI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 của AUC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Báo cáo AUC và khoảng tin cậy 95%</a:t>
            </a:r>
          </a:p>
          <a:p>
            <a:r>
              <a:t>CI rộng nghĩa là chưa chắc chắn</a:t>
            </a:r>
          </a:p>
          <a:p>
            <a:r>
              <a:t>CI hẹp nghĩa là ổn định hơn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Leakage là gì?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Thông tin của test lọt vào train</a:t>
            </a:r>
          </a:p>
          <a:p>
            <a:r>
              <a:t>Ví dụ: scale toàn bộ dữ liệu trước khi chia</a:t>
            </a:r>
          </a:p>
          <a:p>
            <a:r>
              <a:t>Ví dụ: chọn feature dựa trên toàn bộ dữ liệu</a:t>
            </a:r>
          </a:p>
          <a:p>
            <a:r>
              <a:t>Cách tránh: dùng Pipeline và CV đúng cách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Cách báo cáo ổn định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AUC CV: mean ± std</a:t>
            </a:r>
          </a:p>
          <a:p>
            <a:r>
              <a:t>AUC bootstrap: median và CI</a:t>
            </a:r>
          </a:p>
          <a:p>
            <a:r>
              <a:t>Có thể vẽ histogram AUC</a:t>
            </a:r>
          </a:p>
          <a:p>
            <a:r>
              <a:t>Kèm 1 đoạn giải thích ngắn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1) Chọn feature set tốt nhất từ Day 02</a:t>
            </a:r>
          </a:p>
          <a:p>
            <a:r>
              <a:t>2) Chạy 5-fold CV AUC</a:t>
            </a:r>
          </a:p>
          <a:p>
            <a:r>
              <a:t>3) Chạy bootstrap 200 lần</a:t>
            </a:r>
          </a:p>
          <a:p>
            <a:r>
              <a:t>4) Vẽ phân phối AUC</a:t>
            </a:r>
          </a:p>
          <a:p>
            <a:r>
              <a:t>5) Viết kết luận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Checklist cuối buổi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Mean ± std AUC từ CV</a:t>
            </a:r>
          </a:p>
          <a:p>
            <a:r>
              <a:t>CI 95% từ bootstrap</a:t>
            </a:r>
          </a:p>
          <a:p>
            <a:r>
              <a:t>1 hình phân phối AUC</a:t>
            </a:r>
          </a:p>
          <a:p>
            <a:r>
              <a:t>5 dòng kết luận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45720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txBody>
          <a:bodyPr wrap="square">
            <a:spAutoFit/>
          </a:bodyPr>
          <a:lstStyle/>
          <a:p>
            <a:r>
              <a:t>1) Tăng số fold từ 5 lên 10, dao động thay đổi thế nào?</a:t>
            </a:r>
          </a:p>
          <a:p>
            <a:r>
              <a:t>2) Tăng bootstrap lên 500, CI thay đổi thế nào?</a:t>
            </a:r>
          </a:p>
          <a:p>
            <a:r>
              <a:t>3) Nêu 1 ví dụ leakage thường gặp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Lỗi hay gặp khi chạy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Leakage do fit scaler trên toàn bộ dữ liệu</a:t>
            </a:r>
          </a:p>
          <a:p>
            <a:pPr/>
            <a:r>
              <a:t>Dùng CV nhưng vẫn tune trên test</a:t>
            </a:r>
          </a:p>
          <a:p>
            <a:pPr/>
            <a:r>
              <a:t>Bootstrap quá ít lần nên CI không ổn định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Sản phẩm sau bài học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Bảng kết quả CV AUC mean và std</a:t>
            </a:r>
          </a:p>
          <a:p>
            <a:pPr/>
            <a:r>
              <a:t>Bootstrap CI cho AUC</a:t>
            </a:r>
          </a:p>
          <a:p>
            <a:pPr/>
            <a:r>
              <a:t>Một hình phân phối AUC hoặc CI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Ghi nhớ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Đánh giá công bằng quan trọng hơn chọn thuật toán phức tạp</a:t>
            </a:r>
          </a:p>
          <a:p>
            <a:r>
              <a:t>Không leakage</a:t>
            </a:r>
          </a:p>
          <a:p>
            <a:r>
              <a:t>Có CV hoặc bootstrap để nói về độ tin cậy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