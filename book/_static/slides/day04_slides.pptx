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P theo pathway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 — Delta P theo pathway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pred_prob của mô hình sang cách đọc pathway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4800600" cy="210312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295144"/>
            <a:ext cx="4471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này làm gì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4343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pred_prob từ ring1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với subset NGS gồm 64 ca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delta mean P và delta median P cho từng pathway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24028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79008" y="2322576"/>
            <a:ext cx="16093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pathway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779008" y="248716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PI3K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26680" y="224028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36408" y="2322576"/>
            <a:ext cx="1792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median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36408" y="248716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0.233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966960" y="22402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76688" y="2322576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076688" y="2487168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532120" y="306324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69280" y="3172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biểu đồ nhìn nhanh</a:t>
            </a:r>
            <a:endParaRPr lang="en-US" sz="1200" dirty="0"/>
          </a:p>
        </p:txBody>
      </p:sp>
      <p:pic>
        <p:nvPicPr>
          <p:cNvPr id="22" name="Image 0" descr="/mnt/data/final_repo/book/_static/figures/day04_delta_median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3183" y="3474720"/>
            <a:ext cx="3758593" cy="2331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giải thích vì sao dùng xác suất dự đoán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Lý thuyết ngắn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 không dùng nhãn cứng. Day 04 dùng xác suất dự đoán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3794760" cy="4114800"/>
          </a:xfrm>
          <a:prstGeom prst="roundRect">
            <a:avLst>
              <a:gd name="adj" fmla="val 2410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" y="1975104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dùng pred_prob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333756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suất giữ lại nhiều thông tin hơn nhãn 0 và 1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Dễ so sánh mutated với WT theo trung vị và trung bình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Phù hợp với ý tưởng delta 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828800"/>
            <a:ext cx="3154680" cy="4114800"/>
          </a:xfrm>
          <a:prstGeom prst="roundRect">
            <a:avLst>
              <a:gd name="adj" fmla="val 2899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36592" y="1975104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 đọc nhanh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2331720"/>
            <a:ext cx="274320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median P bằng median mutated trừ median WT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mean P bằng mean mutated trừ mean WT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trị dương nghĩa là nhóm mutated có xác suất cao hơn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09560" y="182880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0" y="193852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 pathway đứng đầu</a:t>
            </a:r>
            <a:endParaRPr lang="en-US" sz="1200" dirty="0"/>
          </a:p>
        </p:txBody>
      </p:sp>
      <p:pic>
        <p:nvPicPr>
          <p:cNvPr id="16" name="Image 0" descr="/mnt/data/final_repo/book/_static/figures/day04_top_pathway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907432"/>
            <a:ext cx="3337560" cy="227757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bắt đầu từ code merge và tính delta 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merge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— Lấy pred_prob và ghép với NGS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phần nối machine learning với pathway analysis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5806440" cy="4572000"/>
          </a:xfrm>
          <a:prstGeom prst="roundRect">
            <a:avLst>
              <a:gd name="adj" fmla="val 1600"/>
            </a:avLst>
          </a:prstGeom>
          <a:solidFill>
            <a:srgbClr val="0B1736"/>
          </a:solidFill>
          <a:ln w="12700">
            <a:solidFill>
              <a:srgbClr val="0B17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92808"/>
            <a:ext cx="5440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E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merge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952" y="2167128"/>
            <a:ext cx="5477256" cy="4069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pred_prob_cv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cross_val_predict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feature_list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method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'predict_proba'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pred_df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'patient_id'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'egfr_mutation'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'pred_prob_egfr'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pred_prob_cv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merged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ngs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pred_df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'patient_id'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'egfr_mutation'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how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'left'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1783080"/>
            <a:ext cx="4846320" cy="4572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48272" y="1929384"/>
            <a:ext cx="4517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cần hiểu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12280" y="2240280"/>
            <a:ext cx="443484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cross_val_predict giúp lấy xác suất dự đoán cho toàn cohort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phải đi theo patient_id</a:t>
            </a:r>
            <a:endParaRPr lang="en-US" sz="1220" dirty="0"/>
          </a:p>
          <a:p>
            <a:pPr marL="177800" indent="-177800">
              <a:buSzPct val="100000"/>
              <a:buChar char="•"/>
            </a:pPr>
            <a:r>
              <a:rPr lang="en-US" sz="12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Subset NGS chỉ có 64 ca nên phải đọc kết quả một cách vừa phải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cho ra bar chart và boxplot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demo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demo — pathway và delta 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demo này cho PI3K đứng đầu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7726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892808"/>
            <a:ext cx="7452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hình quan trọng của Day 04</a:t>
            </a:r>
            <a:endParaRPr lang="en-US" sz="1200" dirty="0"/>
          </a:p>
        </p:txBody>
      </p:sp>
      <p:pic>
        <p:nvPicPr>
          <p:cNvPr id="10" name="Image 0" descr="/mnt/data/final_repo/book/_static/figures/day04_result_mo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018092"/>
            <a:ext cx="7452360" cy="242201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549640" y="1783080"/>
            <a:ext cx="3063240" cy="4572000"/>
          </a:xfrm>
          <a:prstGeom prst="roundRect">
            <a:avLst>
              <a:gd name="adj" fmla="val 2985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14232" y="1929384"/>
            <a:ext cx="2734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732520" y="2240280"/>
            <a:ext cx="269748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pathway là PI3K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median P là 0.233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mean P là 0.159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 cho thấy nhóm mutated lệch lên phía xác suất cao hơn</a:t>
            </a:r>
            <a:endParaRPr lang="en-US" sz="1180" dirty="0"/>
          </a:p>
        </p:txBody>
      </p:sp>
      <p:sp>
        <p:nvSpPr>
          <p:cNvPr id="14" name="Shape 11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chốt sản phẩm của Day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" y="0"/>
            <a:ext cx="64008" cy="6858000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91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6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9144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buổi học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sau bài học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0352" y="18288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 biến pred_prob thành một câu chuyện pathway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965960"/>
            <a:ext cx="4846320" cy="3566160"/>
          </a:xfrm>
          <a:prstGeom prst="roundRect">
            <a:avLst>
              <a:gd name="adj" fmla="val 2564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0392" y="2112264"/>
            <a:ext cx="4517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có sau Day 04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38912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pathway đầy đủ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chart của delta median P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 của pathway đứng đầu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đến ba câu diễn giải ngắn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06440" y="1965960"/>
            <a:ext cx="5440680" cy="3566160"/>
          </a:xfrm>
          <a:prstGeom prst="roundRect">
            <a:avLst>
              <a:gd name="adj" fmla="val 2564"/>
            </a:avLst>
          </a:prstGeom>
          <a:solidFill>
            <a:srgbClr val="F5F7FB"/>
          </a:solidFill>
          <a:ln w="12700">
            <a:solidFill>
              <a:srgbClr val="D6DCE8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71032" y="2112264"/>
            <a:ext cx="5111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sang Day 05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35040" y="2468880"/>
            <a:ext cx="498348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05 không thêm chỉ số mới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cuối chỉ gom bảng, hình, câu văn vào một thư mục output rõ ràng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là bước gần nhất với viết báo cáo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6565392"/>
            <a:ext cx="11384280" cy="164592"/>
          </a:xfrm>
          <a:prstGeom prst="rect">
            <a:avLst/>
          </a:prstGeom>
          <a:solidFill>
            <a:srgbClr val="2E64D1"/>
          </a:solidFill>
          <a:ln w="12700">
            <a:solidFill>
              <a:srgbClr val="2E64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0080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Day 05 — Ghép toàn bộ pipeline thành báo cáo phân tích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EGFR Radiomics Mini Bootcamp</dc:title>
  <dc:subject>EGFR Radiomics Mini Bootcamp</dc:subject>
  <dc:creator>OpenAI</dc:creator>
  <cp:lastModifiedBy>OpenAI</cp:lastModifiedBy>
  <cp:revision>1</cp:revision>
  <dcterms:created xsi:type="dcterms:W3CDTF">2026-03-07T13:11:38Z</dcterms:created>
  <dcterms:modified xsi:type="dcterms:W3CDTF">2026-03-07T13:11:38Z</dcterms:modified>
</cp:coreProperties>
</file>