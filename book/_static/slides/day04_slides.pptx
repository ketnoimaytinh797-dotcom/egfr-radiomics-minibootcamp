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Day 04 — NGS pathway: delta P và trung vị theo pathway (n=64)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EGFR Radiomics mini bootcamp (5 buổi)</a:t>
            </a:r>
          </a:p>
          <a:p>
            <a:r>
              <a:t>Format: slides + Colab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Mục tiêu buổi học</a:t>
            </a:r>
          </a:p>
          <a:p>
            <a:pPr/>
            <a:r>
              <a:t>Dữ liệu NGS subset và pathway</a:t>
            </a:r>
          </a:p>
          <a:p>
            <a:pPr/>
            <a:r>
              <a:t>Tính delta P và delta median P</a:t>
            </a:r>
          </a:p>
          <a:p>
            <a:pPr/>
            <a:r>
              <a:t>Biểu đồ minh hoạ theo pathway</a:t>
            </a:r>
          </a:p>
          <a:p>
            <a:pPr/>
            <a:r>
              <a:t>Lưu sản phẩm cuối buổi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NGS subset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Trong dự án có một nhóm nhỏ có NGS</a:t>
            </a:r>
          </a:p>
          <a:p>
            <a:r>
              <a:t>Cỡ mẫu nhỏ nên phân tích thận trọng</a:t>
            </a:r>
          </a:p>
          <a:p>
            <a:r>
              <a:t>Mục tiêu: tìm tín hiệu liên hệ hình ảnh và pathway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Pathway là gì?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Nhóm nhiều gene vào một hệ chức năng</a:t>
            </a:r>
          </a:p>
          <a:p>
            <a:r>
              <a:t>Giảm số chiều, dễ diễn giải hơn</a:t>
            </a:r>
          </a:p>
          <a:p>
            <a:r>
              <a:t>Ví dụ: RTK RAS, PI3K, DNA repair, cell cycle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Xác suất dự đoán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Mô hình output p(EGFR+)</a:t>
            </a:r>
          </a:p>
          <a:p>
            <a:r>
              <a:t>Mỗi bệnh nhân có một xác suất</a:t>
            </a:r>
          </a:p>
          <a:p>
            <a:r>
              <a:t>Dùng xác suất để so sánh nhóm pathway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Định nghĩa delta 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Delta mean P = mean(P | mutated) - mean(P | WT)</a:t>
            </a:r>
          </a:p>
          <a:p>
            <a:r>
              <a:t>Delta median P = median(P | mutated) - median(P | WT)</a:t>
            </a:r>
          </a:p>
          <a:p>
            <a:r>
              <a:t>Dấu dương: nhóm mutated có xác suất cao hơn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Vì sao dùng trung vị?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Cỡ mẫu nhỏ</a:t>
            </a:r>
          </a:p>
          <a:p>
            <a:r>
              <a:t>Phân phối có thể lệch</a:t>
            </a:r>
          </a:p>
          <a:p>
            <a:r>
              <a:t>Trung vị ít bị ảnh hưởng bởi outlier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 sánh thống kê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Dùng Mann Whitney U cho 2 nhóm</a:t>
            </a:r>
          </a:p>
          <a:p>
            <a:r>
              <a:t>Báo cáo p-value để tham khảo</a:t>
            </a:r>
          </a:p>
          <a:p>
            <a:r>
              <a:t>Không kết luận nhân quả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Biểu đồ nên có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Boxplot P theo mutated vs WT cho từng pathway</a:t>
            </a:r>
          </a:p>
          <a:p>
            <a:r>
              <a:t>Bar chart delta median P</a:t>
            </a:r>
          </a:p>
          <a:p>
            <a:r>
              <a:t>Ghi rõ n của mỗi nhóm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Cách diễn giải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Pathway có delta P lớn gợi ý liên hệ với dự đoán</a:t>
            </a:r>
          </a:p>
          <a:p>
            <a:r>
              <a:t>Có thể là tín hiệu sinh học hoặc nhiễu</a:t>
            </a:r>
          </a:p>
          <a:p>
            <a:r>
              <a:t>Cần external validation và dữ liệu lớn hơn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1) Train mô hình và lấy predicted probability</a:t>
            </a:r>
          </a:p>
          <a:p>
            <a:r>
              <a:t>2) Ghép với bảng pathway (n=64)</a:t>
            </a:r>
          </a:p>
          <a:p>
            <a:r>
              <a:t>3) Tính delta mean và delta median</a:t>
            </a:r>
          </a:p>
          <a:p>
            <a:r>
              <a:t>4) Vẽ 2 biểu đồ</a:t>
            </a:r>
          </a:p>
          <a:p>
            <a:r>
              <a:t>5) Viết 5 dòng diễn giải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Checklist cuối buổi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Bảng delta P cho mỗi pathway</a:t>
            </a:r>
          </a:p>
          <a:p>
            <a:r>
              <a:t>1 boxplot hoặc violin plot</a:t>
            </a:r>
          </a:p>
          <a:p>
            <a:r>
              <a:t>1 bar chart delta median</a:t>
            </a:r>
          </a:p>
          <a:p>
            <a:r>
              <a:t>5 dòng diễn giải và 1 hạn chế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45720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txBody>
          <a:bodyPr wrap="square">
            <a:spAutoFit/>
          </a:bodyPr>
          <a:lstStyle/>
          <a:p>
            <a:r>
              <a:t>1) Pathway nào có delta median lớn nhất?</a:t>
            </a:r>
          </a:p>
          <a:p>
            <a:r>
              <a:t>2) Vì sao không dùng kết luận nhân quả?</a:t>
            </a:r>
          </a:p>
          <a:p>
            <a:r>
              <a:t>3) Nêu 1 hạn chế của n=64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Sản phẩm sau bài học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Bảng delta P và delta median P theo pathway</a:t>
            </a:r>
          </a:p>
          <a:p>
            <a:pPr/>
            <a:r>
              <a:t>Một bar chart delta median</a:t>
            </a:r>
          </a:p>
          <a:p>
            <a:pPr/>
            <a:r>
              <a:t>Một boxplot minh hoạ 1 pathway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Ghi nhớ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Radiogenomics là phân tích liên hệ</a:t>
            </a:r>
          </a:p>
          <a:p>
            <a:r>
              <a:t>Cỡ mẫu nhỏ cần diễn giải cẩn trọng</a:t>
            </a:r>
          </a:p>
          <a:p>
            <a:r>
              <a:t>Dùng median và báo cáo n để tăng độ tin cậy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