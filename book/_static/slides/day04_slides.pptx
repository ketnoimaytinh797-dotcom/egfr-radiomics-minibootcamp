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Demo data  data/ngs_pathway_demo_64.csv
- Output  book/_static/results/day04/pathway_delta_table.csv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Notebook  book/day04.ipynb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Output  book/_static/results/day04/pathway_delta_table.csv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Output  book/_static/results/day04/delta_median_pathway.png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Output  book/_static/results/day04/boxplot_pi3k.png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C88"/>
          </a:solidFill>
          <a:ln w="12700">
            <a:solidFill>
              <a:srgbClr val="1F3C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5A3"/>
                </a:solidFill>
              </a:rPr>
              <a:t>Day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Delta P theo pathway 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5303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EGFR Radiomics Mini Bootcamp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521208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430"/>
                </a:solidFill>
              </a:rPr>
              <a:t>Ghep predicted probability voi subset NGS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430"/>
                </a:solidFill>
              </a:rPr>
              <a:t>Tinh delta median P va delta mean P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430"/>
                </a:solidFill>
              </a:rPr>
              <a:t>Ve bar chart va boxplot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430"/>
                </a:solidFill>
              </a:rPr>
              <a:t>Doc ket qua theo huong sinh hoc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92240" y="1965960"/>
            <a:ext cx="4572000" cy="1463040"/>
          </a:xfrm>
          <a:prstGeom prst="roundRect">
            <a:avLst>
              <a:gd name="adj" fmla="val 3750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38544" y="2093976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C88"/>
                </a:solidFill>
              </a:rPr>
              <a:t>Ket qua demo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38544" y="2386584"/>
            <a:ext cx="42793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Pathway noi bat la PI3K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Delta median P  0.232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657600"/>
          <a:ext cx="4937760" cy="1920240"/>
        </p:xfrm>
        <a:graphic>
          <a:graphicData uri="http://schemas.openxmlformats.org/drawingml/2006/table">
            <a:tbl>
              <a:tblPr/>
              <a:tblGrid>
                <a:gridCol w="1777594"/>
                <a:gridCol w="395021"/>
                <a:gridCol w="395021"/>
                <a:gridCol w="395021"/>
                <a:gridCol w="395021"/>
                <a:gridCol w="395021"/>
                <a:gridCol w="395021"/>
                <a:gridCol w="395021"/>
                <a:gridCol w="395021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Pathway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n_mut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Median P mut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Median P wt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Delta median 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 P mut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 P wt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Delta mean 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PI3K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0.596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0.364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0.232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0.576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0.395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0.181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0.028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DNA_repair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0.489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0.404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0.085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0.536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0.432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0.104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Cell_cycle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0.498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0.418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0.08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0.459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0.011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0.851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C88"/>
          </a:solidFill>
          <a:ln w="12700">
            <a:solidFill>
              <a:srgbClr val="1F3C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5A3"/>
                </a:solidFill>
              </a:rPr>
              <a:t>Day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Code fit mo hinh va ghep 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5303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EGFR Radiomics Mini Bootcamp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5669280" cy="2926080"/>
          </a:xfrm>
          <a:prstGeom prst="roundRect">
            <a:avLst>
              <a:gd name="adj" fmla="val 1875"/>
            </a:avLst>
          </a:prstGeom>
          <a:solidFill>
            <a:srgbClr val="F7F9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01952"/>
            <a:ext cx="5413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575"/>
                </a:solidFill>
              </a:rPr>
              <a:t>Code chinh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139696"/>
            <a:ext cx="5449824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ring1_cols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'egfr_mutation'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make_pipe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'pred_prob_ring1'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predict_proba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ngs2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ngs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'patient_id'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'pred_prob_ring1'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'patient_id'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'left'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2011680"/>
            <a:ext cx="4480560" cy="1371600"/>
          </a:xfrm>
          <a:prstGeom prst="roundRect">
            <a:avLst>
              <a:gd name="adj" fmla="val 4000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75704" y="2139696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C88"/>
                </a:solidFill>
              </a:rPr>
              <a:t>Y nghia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75704" y="2432304"/>
            <a:ext cx="4187952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Buoi nay dung predicted probability nhu mot bien lien tuc.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Sau do moi so sanh giua nhom co va khong co pathway.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29400" y="3657600"/>
            <a:ext cx="4480560" cy="1737360"/>
          </a:xfrm>
          <a:prstGeom prst="roundRect">
            <a:avLst>
              <a:gd name="adj" fmla="val 3158"/>
            </a:avLst>
          </a:prstGeom>
          <a:solidFill>
            <a:srgbClr val="F7F9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7416" y="3730752"/>
            <a:ext cx="4224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575"/>
                </a:solidFill>
              </a:rPr>
              <a:t>Code delta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39128" y="3968496"/>
            <a:ext cx="426110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pw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'pathway_RTK_RAS'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'pathway_PI3K'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'pathway_DNA_repair'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'pathway_Cell_cycle'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'pathway_TP53'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ngs2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'pred_prob_ring1'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ngs2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'pred_prob_ring1'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delta_median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C88"/>
          </a:solidFill>
          <a:ln w="12700">
            <a:solidFill>
              <a:srgbClr val="1F3C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5A3"/>
                </a:solidFill>
              </a:rPr>
              <a:t>Day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Bang ket qua va cach doc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5303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EGFR Radiomics Mini Bootcamp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6766560" cy="3154680"/>
        </p:xfrm>
        <a:graphic>
          <a:graphicData uri="http://schemas.openxmlformats.org/drawingml/2006/table">
            <a:tbl>
              <a:tblPr/>
              <a:tblGrid>
                <a:gridCol w="2435962"/>
                <a:gridCol w="541325"/>
                <a:gridCol w="541325"/>
                <a:gridCol w="541325"/>
                <a:gridCol w="541325"/>
                <a:gridCol w="541325"/>
                <a:gridCol w="541325"/>
                <a:gridCol w="541325"/>
                <a:gridCol w="541325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Pathway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n_mut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Median P mut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Median P wt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Delta median P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 P mut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 P wt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Delta mean P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 value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PI3K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0.596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0.364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0.232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0.576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0.395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0.181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0.028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DNA_repair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0.489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0.404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0.085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0.536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0.432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0.104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0.37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Cell_cycle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0.498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0.418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0.08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0.47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0.459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0.011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0.851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RTK_RAS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0.442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0.434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0.008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0.467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0.461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0.006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0.961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TP53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0.386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0.435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-0.049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0.44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0.481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-0.041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0.68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18120" y="1965960"/>
            <a:ext cx="3383280" cy="1508760"/>
          </a:xfrm>
          <a:prstGeom prst="roundRect">
            <a:avLst>
              <a:gd name="adj" fmla="val 3636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64424" y="2093976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C88"/>
                </a:solidFill>
              </a:rPr>
              <a:t>Cach doc bang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64424" y="2386584"/>
            <a:ext cx="3090672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Neu delta median P duong va lon hon thi xac suat du doan o nhom do thuong cao hon.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PI3K dang dung dau trong bo demo.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818120" y="384048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964424" y="3968496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C88"/>
                </a:solidFill>
              </a:rPr>
              <a:t>Diem can nho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64424" y="4261104"/>
            <a:ext cx="30906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Day la phan bo sung de doc tinh hieu sinh hoc.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Khong thay the danh gia hieu nang mo hinh.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C88"/>
          </a:solidFill>
          <a:ln w="12700">
            <a:solidFill>
              <a:srgbClr val="1F3C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5A3"/>
                </a:solidFill>
              </a:rPr>
              <a:t>Day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Ket qua demo  bar chart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5303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EGFR Radiomics Mini Bootcamp</a:t>
            </a:r>
            <a:endParaRPr lang="en-US" sz="1000" dirty="0"/>
          </a:p>
        </p:txBody>
      </p:sp>
      <p:pic>
        <p:nvPicPr>
          <p:cNvPr id="7" name="Image 0" descr="/mnt/data/repo_final_build/book/_static/results/day04/delta_median_path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844" y="1828800"/>
            <a:ext cx="6001352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201168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72984" y="2139696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C88"/>
                </a:solidFill>
              </a:rPr>
              <a:t>Cach noi gon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72984" y="2432304"/>
            <a:ext cx="3090672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PI3K co cot cao nhat.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Delta median P dat 0.232.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Vi vay Day 04 co the noi rang PI3K la pathway noi bat nhat trong bo demo.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C88"/>
          </a:solidFill>
          <a:ln w="12700">
            <a:solidFill>
              <a:srgbClr val="1F3C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5A3"/>
                </a:solidFill>
              </a:rPr>
              <a:t>Day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Ket qua demo  boxplot PI3K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5303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EGFR Radiomics Mini Bootcamp</a:t>
            </a:r>
            <a:endParaRPr lang="en-US" sz="1000" dirty="0"/>
          </a:p>
        </p:txBody>
      </p:sp>
      <p:pic>
        <p:nvPicPr>
          <p:cNvPr id="7" name="Image 0" descr="/mnt/data/repo_final_build/book/_static/results/day04/boxplot_pi3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28800"/>
            <a:ext cx="512064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0" y="205740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</a:rPr>
              <a:t>Nhieu diem cua nhom dot bien nam cao hon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</a:rPr>
              <a:t>Do giao nhau van con nen khong duoc noi qua muc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</a:rPr>
              <a:t>Doc ket qua theo huong goi y sinh hoc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12280" y="443484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958584" y="4562856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C88"/>
                </a:solidFill>
              </a:rPr>
              <a:t>Cau chot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58584" y="4855464"/>
            <a:ext cx="418795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Day la mot tang dien giai them cho phan ring1.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No giup hoc sinh noi duoc vi sao co phan NGS trong bao cao.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04</dc:title>
  <dc:subject>Day 04</dc:subject>
  <dc:creator>OpenAI</dc:creator>
  <cp:lastModifiedBy>OpenAI</cp:lastModifiedBy>
  <cp:revision>1</cp:revision>
  <dcterms:created xsi:type="dcterms:W3CDTF">2026-03-07T13:13:50Z</dcterms:created>
  <dcterms:modified xsi:type="dcterms:W3CDTF">2026-03-07T13:13:50Z</dcterms:modified>
</cp:coreProperties>
</file>