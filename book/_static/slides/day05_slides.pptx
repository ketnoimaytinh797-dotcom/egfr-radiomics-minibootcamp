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Day 05 — Tổng hợp pipeline: tạo bảng và hình bằng code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Mini bootcamp 5 buổi</a:t>
            </a:r>
          </a:p>
          <a:p>
            <a:r>
              <a:t>Tập trung vào quy trình coding và sản phẩm cuối buổi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Nội dung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Ghép toàn bộ pipeline phân tích thành một notebook chạy lại được</a:t>
            </a:r>
          </a:p>
          <a:p>
            <a:pPr/>
            <a:r>
              <a:t>Tạo bảng và hình theo đúng flow báo cáo</a:t>
            </a:r>
          </a:p>
          <a:p>
            <a:pPr/>
            <a:r>
              <a:t>Xuất thư mục outputs rõ ràng để nộp và kiểm tra</a:t>
            </a:r>
          </a:p>
          <a:p>
            <a:pPr/>
            <a:r>
              <a:t>Ghi lại seed và cấu hình để chạy lại ra kết quả tương tự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Dữ liệu đầu vào trong buổi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Clinical cohort và nhãn EGFR</a:t>
            </a:r>
          </a:p>
          <a:p>
            <a:pPr/>
            <a:r>
              <a:t>Features INTRA và RING 1 3 5 từ radiomics</a:t>
            </a:r>
          </a:p>
          <a:p>
            <a:pPr/>
            <a:r>
              <a:t>NGS subset 64 ca và thông tin pathway</a:t>
            </a:r>
          </a:p>
          <a:p>
            <a:pPr/>
            <a:r>
              <a:t>Lưu ý: trong khoá dùng dữ liệu demo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Mục tiêu sản phẩm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Table 1 mô tả cohort và theo nhóm EGFR</a:t>
            </a:r>
          </a:p>
          <a:p>
            <a:pPr/>
            <a:r>
              <a:t>Bảng hiệu năng mô hình và hình ROC</a:t>
            </a:r>
          </a:p>
          <a:p>
            <a:pPr/>
            <a:r>
              <a:t>Bảng CV và bootstrap CI cho AUC</a:t>
            </a:r>
          </a:p>
          <a:p>
            <a:pPr/>
            <a:r>
              <a:t>Bảng delta P và delta median P theo pathway</a:t>
            </a:r>
          </a:p>
          <a:p>
            <a:pPr/>
            <a:r>
              <a:t>Thư mục outputs chứa toàn bộ file đã lưu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Cấu trúc notebook cuối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Bước 1: Load dữ liệu và kiểm tra nhanh</a:t>
            </a:r>
          </a:p>
          <a:p>
            <a:pPr/>
            <a:r>
              <a:t>Bước 2: Descriptive stats và biểu đồ</a:t>
            </a:r>
          </a:p>
          <a:p>
            <a:pPr/>
            <a:r>
              <a:t>Bước 3: ML performance và so sánh ROI</a:t>
            </a:r>
          </a:p>
          <a:p>
            <a:pPr/>
            <a:r>
              <a:t>Bước 4: Stability analysis CV và bootstrap</a:t>
            </a:r>
          </a:p>
          <a:p>
            <a:pPr/>
            <a:r>
              <a:t>Bước 5: NGS pathway delta P</a:t>
            </a:r>
          </a:p>
          <a:p>
            <a:pPr/>
            <a:r>
              <a:t>Bước 6: Xuất outputs và zip để nộp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Bước 1 Load và kiểm tra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Kiểm tra số bệnh nhân và số cột</a:t>
            </a:r>
          </a:p>
          <a:p>
            <a:pPr/>
            <a:r>
              <a:t>Kiểm tra tỉ lệ EGFR dương tính</a:t>
            </a:r>
          </a:p>
          <a:p>
            <a:pPr/>
            <a:r>
              <a:t>Kiểm tra thiếu dữ liệu và kiểu dữ liệu</a:t>
            </a:r>
          </a:p>
          <a:p>
            <a:pPr/>
            <a:r>
              <a:t>Đặt seed để tái lập kết quả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Bước 2 Thống kê mô tả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Table 1 tổng quan</a:t>
            </a:r>
          </a:p>
          <a:p>
            <a:pPr/>
            <a:r>
              <a:t>Table 1 theo nhóm EGFR</a:t>
            </a:r>
          </a:p>
          <a:p>
            <a:pPr/>
            <a:r>
              <a:t>Biểu đồ tuổi, giới, phân bố một số feature</a:t>
            </a:r>
          </a:p>
          <a:p>
            <a:pPr/>
            <a:r>
              <a:t>Lưu bảng và hình vào outputs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Bước 3 ML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Chọn một mô hình baseline để minh hoạ</a:t>
            </a:r>
          </a:p>
          <a:p>
            <a:pPr/>
            <a:r>
              <a:t>Tính ROC AUC trên test set</a:t>
            </a:r>
          </a:p>
          <a:p>
            <a:pPr/>
            <a:r>
              <a:t>So sánh INTRA và RING 1 3 5</a:t>
            </a:r>
          </a:p>
          <a:p>
            <a:pPr/>
            <a:r>
              <a:t>Lưu bảng metrics và hình ROC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Bước 4 Stability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Chạy k fold cross validation để lấy mean và std</a:t>
            </a:r>
          </a:p>
          <a:p>
            <a:pPr/>
            <a:r>
              <a:t>Chạy bootstrap để ước lượng CI</a:t>
            </a:r>
          </a:p>
          <a:p>
            <a:pPr/>
            <a:r>
              <a:t>Không fit scaler trên toàn bộ dữ liệu</a:t>
            </a:r>
          </a:p>
          <a:p>
            <a:pPr/>
            <a:r>
              <a:t>Lưu bảng CV và CI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Bước 5 NGS pathway delta 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Từ xác suất dự đoán lấy theo nhóm pathway mutated và wild type</a:t>
            </a:r>
          </a:p>
          <a:p>
            <a:pPr/>
            <a:r>
              <a:t>Tính delta mean P và delta median P</a:t>
            </a:r>
          </a:p>
          <a:p>
            <a:pPr/>
            <a:r>
              <a:t>Kiểm định Mann Whitney cho từng pathway</a:t>
            </a:r>
          </a:p>
          <a:p>
            <a:pPr/>
            <a:r>
              <a:t>Vẽ bar chart delta median và boxplot minh hoạ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Đặt tên file và thư mục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Gợi ý cấu trúc: outputs/day05/</a:t>
            </a:r>
          </a:p>
          <a:p>
            <a:pPr/>
            <a:r>
              <a:t>Bảng lưu dạng csv</a:t>
            </a:r>
          </a:p>
          <a:p>
            <a:pPr/>
            <a:r>
              <a:t>Hình lưu dạng png</a:t>
            </a:r>
          </a:p>
          <a:p>
            <a:pPr/>
            <a:r>
              <a:t>Tên file có tiền tố intra ring1 ring3 ring5 để dễ đọc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Cách nộp sản phẩm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972800" cy="4572000"/>
          </a:xfrm>
          <a:prstGeom prst="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txBody>
          <a:bodyPr wrap="square">
            <a:spAutoFit/>
          </a:bodyPr>
          <a:lstStyle/>
          <a:p>
            <a:r>
              <a:t>AUC nghĩa là gì?</a:t>
            </a:r>
          </a:p>
          <a:p>
            <a:r>
              <a:t>Vì sao ring1 tốt hơn?</a:t>
            </a:r>
          </a:p>
          <a:p>
            <a:r>
              <a:t>Em tránh leakage thế nào?</a:t>
            </a:r>
          </a:p>
          <a:p>
            <a:r>
              <a:t>Mô hình dùng cho chẩn đoán hay sàng lọc?</a:t>
            </a:r>
          </a:p>
          <a:p>
            <a:r>
              <a:t>Hạn chế lớn nhất là gì?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Lỗi hay gặp và cách xử lý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Không chạy được do thiếu thư viện: cài lại trong Colab</a:t>
            </a:r>
          </a:p>
          <a:p>
            <a:pPr/>
            <a:r>
              <a:t>Sai tên cột label hoặc id: kiểm tra header</a:t>
            </a:r>
          </a:p>
          <a:p>
            <a:pPr/>
            <a:r>
              <a:t>Chạy ra kết quả khác do seed: đặt seed cố định</a:t>
            </a:r>
          </a:p>
          <a:p>
            <a:pPr/>
            <a:r>
              <a:t>Không thấy file output: kiểm tra đường dẫn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Sản phẩm sau bài học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outputs/day05/table1_overall.csv và table1_by_egfr.csv</a:t>
            </a:r>
          </a:p>
          <a:p>
            <a:pPr/>
            <a:r>
              <a:t>outputs/day05/roc_compare_rois.png</a:t>
            </a:r>
          </a:p>
          <a:p>
            <a:pPr/>
            <a:r>
              <a:t>outputs/day05/cv_results.csv và bootstrap_ci.csv</a:t>
            </a:r>
          </a:p>
          <a:p>
            <a:pPr/>
            <a:r>
              <a:t>outputs/day05/ngs_deltaP_table.csv và deltaP_bar.png</a:t>
            </a:r>
          </a:p>
          <a:p>
            <a:pPr/>
            <a:r>
              <a:t>outputs/day05_submission.zip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Ghi nhớ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Không phóng đại vai trò của code và dữ liệu</a:t>
            </a:r>
          </a:p>
          <a:p>
            <a:pPr/>
            <a:r>
              <a:t>Kết quả phải chạy lại được và có log</a:t>
            </a:r>
          </a:p>
          <a:p>
            <a:pPr/>
            <a:r>
              <a:t>Luôn nói rõ hạn chế và phạm vi ứng dụng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