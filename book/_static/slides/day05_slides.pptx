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hợp báo cáo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 — Ghép toàn bộ pipeline thành báo cáo phân tích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cuối gom số, hình và câu văn vào một output rõ ràng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937760" cy="2194560"/>
          </a:xfrm>
          <a:prstGeom prst="roundRect">
            <a:avLst>
              <a:gd name="adj" fmla="val 4167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295144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này làm gì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43891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 các bảng chính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 các hình chính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một đoạn tóm tắt ngắn đủ để đưa vào báo cáo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2103120"/>
            <a:ext cx="56235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2212848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flow trong 5 buổi</a:t>
            </a:r>
            <a:endParaRPr lang="en-US" sz="1200" dirty="0"/>
          </a:p>
        </p:txBody>
      </p:sp>
      <p:pic>
        <p:nvPicPr>
          <p:cNvPr id="13" name="Image 0" descr="/mnt/data/final_repo/book/_static/figures/day05_pipelin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3414736"/>
            <a:ext cx="5349240" cy="126296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đi vào code xuất output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xuất bảng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 — Xuất bảng chính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file output phải có tên rõ ràng để dùng lại cho báo cáo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5760720" cy="4572000"/>
          </a:xfrm>
          <a:prstGeom prst="roundRect">
            <a:avLst>
              <a:gd name="adj" fmla="val 1600"/>
            </a:avLst>
          </a:prstGeom>
          <a:solidFill>
            <a:srgbClr val="0B1736"/>
          </a:solidFill>
          <a:ln w="12700">
            <a:solidFill>
              <a:srgbClr val="0B17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xuất bảng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" y="2167128"/>
            <a:ext cx="5431536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output_dir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'output/day05'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output_dir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exist_ok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roi_results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'_static/downloads/day02_roi_results.csv'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cv_results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'_static/downloads/day03_cv_auc.csv'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pathway_results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'_static/downloads/day04_pathway_delta_p.csv'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roi_results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to_csv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output_dir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'roi_results.csv'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index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cv_results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to_csv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output_dir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'cv_results.csv'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index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pathway_results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to_csv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output_dir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'pathway_results.csv'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index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1783080"/>
            <a:ext cx="4937760" cy="4572000"/>
          </a:xfrm>
          <a:prstGeom prst="roundRect">
            <a:avLst>
              <a:gd name="adj" fmla="val 2000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02552" y="1929384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đặt tên 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2240280"/>
            <a:ext cx="448056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Tên file phải gợi ngay nội dung</a:t>
            </a:r>
            <a:endParaRPr lang="en-US" sz="1210" dirty="0"/>
          </a:p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dùng tên kiểu final cuối cùng mới</a:t>
            </a:r>
            <a:endParaRPr lang="en-US" sz="1210" dirty="0"/>
          </a:p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nào phục vụ slide thì lưu ngay dưới dạng csv</a:t>
            </a:r>
            <a:endParaRPr lang="en-US" sz="1210" dirty="0"/>
          </a:p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cuối chỉ gom và chuẩn hóa output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xuất hình và summary note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xuất hình và đoạn tóm tắt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 — Xuất hình và summary note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phần giúp học sinh chuyển từ code sang câu văn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5760720" cy="4572000"/>
          </a:xfrm>
          <a:prstGeom prst="roundRect">
            <a:avLst>
              <a:gd name="adj" fmla="val 1600"/>
            </a:avLst>
          </a:prstGeom>
          <a:solidFill>
            <a:srgbClr val="0B1736"/>
          </a:solidFill>
          <a:ln w="12700">
            <a:solidFill>
              <a:srgbClr val="0B17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xuất hình và summary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" y="2167128"/>
            <a:ext cx="5431536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figure_files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'_static/figures/day02_roc_compare.png'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'_static/figures/day03_cv_auc.png'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'_static/figures/day03_bootstrap_auc.png'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'_static/figures/day04_delta_median_bar.png'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fp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figure_files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output_dir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summary_text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Cohort demo gồm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cohort_n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bệnh nhân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Ring1 cho AUC cao nhất là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roi_results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CV AUC là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cv_auc_mean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Pathway đứng đầu là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top_pathway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1783080"/>
            <a:ext cx="4846320" cy="4572000"/>
          </a:xfrm>
          <a:prstGeom prst="roundRect">
            <a:avLst>
              <a:gd name="adj" fmla="val 2000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48272" y="1929384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chạy xong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2240280"/>
            <a:ext cx="443484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thư mục output đủ sạch để dùng lại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summary note cho phần kết quả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sinh không phải lục lại notebook cũ để tìm hình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cho thấy output cuối cùng nên trông ra sao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cuối cùng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nên có gì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của Day 05 là làm ra bộ file dùng lại được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4754880" cy="4526280"/>
          </a:xfrm>
          <a:prstGeom prst="roundRect">
            <a:avLst>
              <a:gd name="adj" fmla="val 2020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929384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 mục output/day05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420624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roi_results.csv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cv_results.csv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pathway_results.csv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day02_roc_compare.png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day03_cv_auc.png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day03_bootstrap_auc.png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day04_delta_median_bar.png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summary_note.txt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5760720" y="178308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25312" y="19293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dùng bộ output này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240280"/>
            <a:ext cx="493776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Lấy bảng số cho phần kết quả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Lấy hình ROC và bootstrap cho poster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Lấy summary note để viết nháp phần kết quả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đổi model, chỉ cần chạy lại một chỗ rồi xuất lại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chốt toàn bộ mini bootcamp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khóa học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5 buổi học sinh đã đi hết một vòng phân tích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cohort demo đến báo cáo ngắn bằng code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4846320" cy="3611880"/>
          </a:xfrm>
          <a:prstGeom prst="roundRect">
            <a:avLst>
              <a:gd name="adj" fmla="val 2532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2112264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quan trọng nhất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43891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 dữ liệu đang có gì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 mô hình nào tốt hơn trong cùng một điều kiện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 kiểm tra độ ổn định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 nối xác suất dự đoán với pathway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 gom sản phẩm thành output rõ ràng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1965960"/>
            <a:ext cx="5440680" cy="3611880"/>
          </a:xfrm>
          <a:prstGeom prst="roundRect">
            <a:avLst>
              <a:gd name="adj" fmla="val 2532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71032" y="2112264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khóa học có thể làm gì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468880"/>
            <a:ext cx="498348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tốt hơn phần kết quả của báo cáo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lại demo trên Colab mà không quá sợ code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 phải hỏi gì khi xem một mô hình ML trong nghiên cứu y sinh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thúc mini bootcamp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EGFR Radiomics Mini Bootcamp</dc:title>
  <dc:subject>EGFR Radiomics Mini Bootcamp</dc:subject>
  <dc:creator>OpenAI</dc:creator>
  <cp:lastModifiedBy>OpenAI</cp:lastModifiedBy>
  <cp:revision>1</cp:revision>
  <dcterms:created xsi:type="dcterms:W3CDTF">2026-03-07T13:11:38Z</dcterms:created>
  <dcterms:modified xsi:type="dcterms:W3CDTF">2026-03-07T13:11:38Z</dcterms:modified>
</cp:coreProperties>
</file>