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Demo data  data/nsclc_egfr_radiomics_simplified.csv
- Notebook  book/day01.ipynb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Notebook  book/day01.ipynb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Demo data  data/nsclc_egfr_radiomics_simplified.csv
- Output  book/_static/results/day01/table1_overall.csv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Output  book/_static/results/day01/hist_age.png
- Output  book/_static/results/day01/boxplot_tumor_size_by_egfr.png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Notebook  book/day01.ipynb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3C88"/>
          </a:solidFill>
          <a:ln w="12700">
            <a:solidFill>
              <a:srgbClr val="1F3C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5A3"/>
                </a:solidFill>
              </a:rPr>
              <a:t>Day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</a:rPr>
              <a:t>Mo ta du lieu va Table 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2520" y="53035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EGFR Radiomics Mini Bootcamp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521208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F2430"/>
                </a:solidFill>
              </a:rPr>
              <a:t>Doc dung cau truc cohort demo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F2430"/>
                </a:solidFill>
              </a:rPr>
              <a:t>Lap Table 1 ngan gon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F2430"/>
                </a:solidFill>
              </a:rPr>
              <a:t>Ve ba bieu do co ban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F2430"/>
                </a:solidFill>
              </a:rPr>
              <a:t>Doc duoc bon con so mo ta dau tien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0" y="1920240"/>
            <a:ext cx="5120640" cy="2468880"/>
          </a:xfrm>
          <a:prstGeom prst="roundRect">
            <a:avLst>
              <a:gd name="adj" fmla="val 2222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47104" y="2048256"/>
            <a:ext cx="4828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C88"/>
                </a:solidFill>
              </a:rPr>
              <a:t>Bo du lieu demo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47104" y="2340864"/>
            <a:ext cx="4828032" cy="1956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</a:rPr>
              <a:t>So benh nhan  200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</a:rPr>
              <a:t>Ty le EGFR dot bien  45.5 phan tram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</a:rPr>
              <a:t>Tuoi trung binh  60.4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</a:rPr>
              <a:t>Kich thuoc u trung vi  35.5 mm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4572000"/>
            <a:ext cx="5120640" cy="1600200"/>
          </a:xfrm>
          <a:prstGeom prst="roundRect">
            <a:avLst>
              <a:gd name="adj" fmla="val 3429"/>
            </a:avLst>
          </a:prstGeom>
          <a:solidFill>
            <a:srgbClr val="EAF7F0"/>
          </a:solidFill>
          <a:ln w="12700">
            <a:solidFill>
              <a:srgbClr val="EAF7F0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47104" y="4700016"/>
            <a:ext cx="4828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C88"/>
                </a:solidFill>
              </a:rPr>
              <a:t>San pham sau buoi hoc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47104" y="4992624"/>
            <a:ext cx="4828032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</a:rPr>
              <a:t>table1_overall.csv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</a:rPr>
              <a:t>table1_by_egfr.csv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</a:rPr>
              <a:t>hist_age.png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</a:rPr>
              <a:t>boxplot_tumor_size_by_egfr.png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</a:rPr>
              <a:t>bar_sex.png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3C88"/>
          </a:solidFill>
          <a:ln w="12700">
            <a:solidFill>
              <a:srgbClr val="1F3C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5A3"/>
                </a:solidFill>
              </a:rPr>
              <a:t>Day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</a:rPr>
              <a:t>Logic cua buoi 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2520" y="53035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EGFR Radiomics Mini Bootcamp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4937760" cy="2743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F2430"/>
                </a:solidFill>
              </a:rPr>
              <a:t>Biet so dong va so cot truoc khi tinh toan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F2430"/>
                </a:solidFill>
              </a:rPr>
              <a:t>Tach bien lam sang va bien radiomics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F2430"/>
                </a:solidFill>
              </a:rPr>
              <a:t>Tong hop bang mo ta cho toan cohort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F2430"/>
                </a:solidFill>
              </a:rPr>
              <a:t>Nhin hinh de xem du lieu phan bo ra sao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035040" y="1828800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63056" y="1901952"/>
            <a:ext cx="5138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575"/>
                </a:solidFill>
              </a:rPr>
              <a:t>Code mo du lieu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44768" y="2139696"/>
            <a:ext cx="5175504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read_csv_demo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'nsclc_egfr_radiomics_simplified.csv'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3886200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63056" y="3959352"/>
            <a:ext cx="5138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575"/>
                </a:solidFill>
              </a:rPr>
              <a:t>Code tach nhom bien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44768" y="4197096"/>
            <a:ext cx="5175504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clinical_cols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'sex'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'smoking_status'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'histology'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'stage'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'tumor_size_mm'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'tumor_volume_cm3'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'tp53_mutation'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intra_cols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startswith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'intra_'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ring1_cols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startswith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'ring1_'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3C88"/>
          </a:solidFill>
          <a:ln w="12700">
            <a:solidFill>
              <a:srgbClr val="1F3C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5A3"/>
                </a:solidFill>
              </a:rPr>
              <a:t>Day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</a:rPr>
              <a:t>Code tao Table 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2520" y="53035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EGFR Radiomics Mini Bootcamp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F7F9FC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901952"/>
            <a:ext cx="5230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575"/>
                </a:solidFill>
              </a:rPr>
              <a:t>Code chinh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139696"/>
            <a:ext cx="5266944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table1_overall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DataFrame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'So benh nhan'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'Tuoi trung binh'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'Do lech chuan tuoi'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ddof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'Ty le EGFR dot bien'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'egfr_mutation'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'Kich thuoc u trung vi'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'tumor_size_mm'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columns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'Chi so'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'Gia tri'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828800"/>
          <a:ext cx="4754880" cy="2377440"/>
        </p:xfrm>
        <a:graphic>
          <a:graphicData uri="http://schemas.openxmlformats.org/drawingml/2006/table">
            <a:tbl>
              <a:tblPr/>
              <a:tblGrid>
                <a:gridCol w="1711757"/>
                <a:gridCol w="3043123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 so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Gia tri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 benh nhan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200.0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Tuoi trung binh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60.4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 lech chuan tuoi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14.0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 le EGFR dot bien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45.5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Kich thuoc u trung vi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35.6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92240" y="4526280"/>
            <a:ext cx="4754880" cy="1234440"/>
          </a:xfrm>
          <a:prstGeom prst="roundRect">
            <a:avLst>
              <a:gd name="adj" fmla="val 4444"/>
            </a:avLst>
          </a:prstGeom>
          <a:solidFill>
            <a:srgbClr val="FFF6E8"/>
          </a:solidFill>
          <a:ln w="12700">
            <a:solidFill>
              <a:srgbClr val="FFF6E8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638544" y="4654296"/>
            <a:ext cx="4462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C88"/>
                </a:solidFill>
              </a:rPr>
              <a:t>Cach doc bang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38544" y="4946904"/>
            <a:ext cx="4462272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</a:rPr>
              <a:t>Chi can chot lai bon con so de hoc sinh noi duoc mo ta cohort.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</a:rPr>
              <a:t>200 benh nhan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</a:rPr>
              <a:t>45.5 phan tram EGFR dot bien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</a:rPr>
              <a:t>60.4 tuoi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</a:rPr>
              <a:t>35.6 mm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3C88"/>
          </a:solidFill>
          <a:ln w="12700">
            <a:solidFill>
              <a:srgbClr val="1F3C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5A3"/>
                </a:solidFill>
              </a:rPr>
              <a:t>Day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</a:rPr>
              <a:t>Ket qua demo cua buoi 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2520" y="53035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EGFR Radiomics Mini Bootcamp</a:t>
            </a:r>
            <a:endParaRPr lang="en-US" sz="1000" dirty="0"/>
          </a:p>
        </p:txBody>
      </p:sp>
      <p:pic>
        <p:nvPicPr>
          <p:cNvPr id="7" name="Image 0" descr="/mnt/data/repo_final_build/book/_static/results/day01/hist_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46257"/>
            <a:ext cx="5394960" cy="3531247"/>
          </a:xfrm>
          <a:prstGeom prst="rect">
            <a:avLst/>
          </a:prstGeom>
        </p:spPr>
      </p:pic>
      <p:pic>
        <p:nvPicPr>
          <p:cNvPr id="8" name="Image 1" descr="/mnt/data/repo_final_build/book/_static/results/day01/boxplot_tumor_size_by_egf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39351"/>
            <a:ext cx="5120640" cy="354505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22960" y="5532120"/>
            <a:ext cx="10972800" cy="822960"/>
          </a:xfrm>
          <a:prstGeom prst="roundRect">
            <a:avLst>
              <a:gd name="adj" fmla="val 6667"/>
            </a:avLst>
          </a:prstGeom>
          <a:solidFill>
            <a:srgbClr val="EAF7F0"/>
          </a:solidFill>
          <a:ln w="12700">
            <a:solidFill>
              <a:srgbClr val="EAF7F0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969264" y="5660136"/>
            <a:ext cx="10680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C88"/>
                </a:solidFill>
              </a:rPr>
              <a:t>Doc hinh nhu the nao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69264" y="5952744"/>
            <a:ext cx="1068019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</a:rPr>
              <a:t>Nhieu tuoi tap trung quanh 50 den 75.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</a:rPr>
              <a:t>Kich thuoc u hai nhom co giao nhau.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</a:rPr>
              <a:t>Buoi nay chi mo ta du lieu.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</a:rPr>
              <a:t>Chua duoc ket luan ve du doan.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3C88"/>
          </a:solidFill>
          <a:ln w="12700">
            <a:solidFill>
              <a:srgbClr val="1F3C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5A3"/>
                </a:solidFill>
              </a:rPr>
              <a:t>Day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</a:rPr>
              <a:t>Tu mo ta du lieu sang cau van ngan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2520" y="53035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EGFR Radiomics Mini Bootcamp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2011680"/>
            <a:ext cx="10607040" cy="1463040"/>
          </a:xfrm>
          <a:prstGeom prst="roundRect">
            <a:avLst>
              <a:gd name="adj" fmla="val 3750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9264" y="2139696"/>
            <a:ext cx="10314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C88"/>
                </a:solidFill>
              </a:rPr>
              <a:t>Doan van mau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9264" y="2432304"/>
            <a:ext cx="10314432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</a:rPr>
              <a:t>Cohort demo co 200 benh nhan. Ty le EGFR dot bien la 45.5 phan tram. Tuoi trung binh la 60.4 va kich thuoc u trung vi la 35.5 mm.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977640"/>
            <a:ext cx="6400800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430"/>
                </a:solidFill>
              </a:rPr>
              <a:t>Noi duoc 4 con so chinh la du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430"/>
                </a:solidFill>
              </a:rPr>
              <a:t>Khong dien giai qua muc o buoi 1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430"/>
                </a:solidFill>
              </a:rPr>
              <a:t>Mang file csv va png sang Day 05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430"/>
                </a:solidFill>
              </a:rPr>
              <a:t>Chuyen sang Day 02 de nhin hieu nang mo hinh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772400" y="3886200"/>
            <a:ext cx="3474720" cy="1691640"/>
          </a:xfrm>
          <a:prstGeom prst="roundRect">
            <a:avLst>
              <a:gd name="adj" fmla="val 3243"/>
            </a:avLst>
          </a:prstGeom>
          <a:solidFill>
            <a:srgbClr val="EAF7F0"/>
          </a:solidFill>
          <a:ln w="12700">
            <a:solidFill>
              <a:srgbClr val="EAF7F0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18704" y="4014216"/>
            <a:ext cx="3182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C88"/>
                </a:solidFill>
              </a:rPr>
              <a:t>Checklist cuoi buoi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18704" y="4306824"/>
            <a:ext cx="3182112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</a:rPr>
              <a:t>Da co 2 bang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</a:rPr>
              <a:t>Da co 3 hinh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</a:rPr>
              <a:t>Da biet cot dich la egfr_mutation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</a:rPr>
              <a:t>Da biet cac nhom bien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01</dc:title>
  <dc:subject>Day 01</dc:subject>
  <dc:creator>OpenAI</dc:creator>
  <cp:lastModifiedBy>OpenAI</cp:lastModifiedBy>
  <cp:revision>1</cp:revision>
  <dcterms:created xsi:type="dcterms:W3CDTF">2026-03-07T13:13:50Z</dcterms:created>
  <dcterms:modified xsi:type="dcterms:W3CDTF">2026-03-07T13:13:50Z</dcterms:modified>
</cp:coreProperties>
</file>