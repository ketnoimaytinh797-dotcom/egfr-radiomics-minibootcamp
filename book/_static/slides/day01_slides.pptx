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Day 01 — Descriptive statistics: Table 1 + biểu đồ (n=200)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EGFR Radiomics mini bootcamp (5 buổi)</a:t>
            </a:r>
          </a:p>
          <a:p>
            <a:r>
              <a:t>Format: slides + Colab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Nội dung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Mục tiêu buổi học</a:t>
            </a:r>
          </a:p>
          <a:p>
            <a:pPr/>
            <a:r>
              <a:t>Đọc dữ liệu cohort và kiểm tra nhanh</a:t>
            </a:r>
          </a:p>
          <a:p>
            <a:pPr/>
            <a:r>
              <a:t>Table 1 tổng quan và theo EGFR</a:t>
            </a:r>
          </a:p>
          <a:p>
            <a:pPr/>
            <a:r>
              <a:t>Biểu đồ mô tả cơ bản</a:t>
            </a:r>
          </a:p>
          <a:p>
            <a:pPr/>
            <a:r>
              <a:t>Lưu sản phẩm cuối buổi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dùng trong bootcamp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200 bệnh nhân NSCLC (demo)</a:t>
            </a:r>
          </a:p>
          <a:p>
            <a:r>
              <a:t>Biến lâm sàng: age, sex, smoking_status, histology, stage, tumor_size_mm, tumor_volume_cm3</a:t>
            </a:r>
          </a:p>
          <a:p>
            <a:r>
              <a:t>Radiomics theo ROI: intra, ring1, ring3, ring5</a:t>
            </a:r>
          </a:p>
          <a:p>
            <a:r>
              <a:t>Outcome: egfr_mutation (0/1)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Vì sao cần thống kê mô tả?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Mô tả đúng trước khi mô hình hoá</a:t>
            </a:r>
          </a:p>
          <a:p>
            <a:r>
              <a:t>Phát hiện thiếu dữ liệu và ngoại lệ</a:t>
            </a:r>
          </a:p>
          <a:p>
            <a:r>
              <a:t>Nhìn phân bố để chọn tóm tắt phù hợp</a:t>
            </a:r>
          </a:p>
          <a:p>
            <a:r>
              <a:t>Tạo nền cho phần ML và phần diễn giải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Phân loại biến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Định lượng liên tục: age, tumor_size_mm</a:t>
            </a:r>
          </a:p>
          <a:p>
            <a:r>
              <a:t>Định tính: sex, smoking_status, histology, stage</a:t>
            </a:r>
          </a:p>
          <a:p>
            <a:r>
              <a:t>Nhị phân: egfr_mutation (0/1)</a:t>
            </a:r>
          </a:p>
          <a:p>
            <a:r>
              <a:t>Nguyên tắc: tóm tắt đúng loại biến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Tóm tắt biến liên tục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Nếu gần chuẩn: mean ± SD</a:t>
            </a:r>
          </a:p>
          <a:p>
            <a:r>
              <a:t>Nếu lệch: median [IQR]</a:t>
            </a:r>
          </a:p>
          <a:p>
            <a:r>
              <a:t>Luôn kèm n (số mẫu)</a:t>
            </a:r>
          </a:p>
          <a:p>
            <a:r>
              <a:t>Ghi rõ đơn vị (mm, cm3, tuổi)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Tóm tắt biến định tính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Đếm số lượng và tỉ lệ: n (%)</a:t>
            </a:r>
          </a:p>
          <a:p>
            <a:r>
              <a:t>Có thể làm bảng chéo với EGFR</a:t>
            </a:r>
          </a:p>
          <a:p>
            <a:r>
              <a:t>Chú ý nhóm quá ít sẽ khó so sánh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Missingness và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Kiểm tra tỉ lệ thiếu theo cột</a:t>
            </a:r>
          </a:p>
          <a:p>
            <a:r>
              <a:t>Outlier: giá trị bất thường hoặc lỗi nhập</a:t>
            </a:r>
          </a:p>
          <a:p>
            <a:r>
              <a:t>Không xoá tuỳ tiện, cần nêu cách xử lý</a:t>
            </a:r>
          </a:p>
          <a:p>
            <a:r>
              <a:t>Nếu dùng imputation, phải nói rõ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 chuẩn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Cột Overall và theo nhóm EGFR</a:t>
            </a:r>
          </a:p>
          <a:p>
            <a:r>
              <a:t>Biến liên tục: mean ± SD hoặc median [IQR]</a:t>
            </a:r>
          </a:p>
          <a:p>
            <a:r>
              <a:t>Biến định tính: n (%)</a:t>
            </a:r>
          </a:p>
          <a:p>
            <a:r>
              <a:t>Có thể thêm p-value để tham khảo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Biểu đồ tối thiểu nên có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Histogram: age hoặc tumor_size_mm</a:t>
            </a:r>
          </a:p>
          <a:p>
            <a:r>
              <a:t>Boxplot: tumor_size_mm theo EGFR</a:t>
            </a:r>
          </a:p>
          <a:p>
            <a:r>
              <a:t>Bar chart: tỉ lệ EGFR theo sex hoặc smoking</a:t>
            </a:r>
          </a:p>
          <a:p>
            <a:r>
              <a:t>Mục tiêu: nhìn nhanh xu hướng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Kế hoạch thực hành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1) Đọc CSV</a:t>
            </a:r>
          </a:p>
          <a:p>
            <a:r>
              <a:t>2) In mô tả nhanh</a:t>
            </a:r>
          </a:p>
          <a:p>
            <a:r>
              <a:t>3) Làm Table 1</a:t>
            </a:r>
          </a:p>
          <a:p>
            <a:r>
              <a:t>4) Vẽ 3 biểu đồ</a:t>
            </a:r>
          </a:p>
          <a:p>
            <a:r>
              <a:t>5) Viết 5 dòng nhận xét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Checklist cuối buổi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972800" cy="4572000"/>
          </a:xfrm>
          <a:prstGeom prst="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txBody>
          <a:bodyPr wrap="square">
            <a:spAutoFit/>
          </a:bodyPr>
          <a:lstStyle/>
          <a:p>
            <a:r>
              <a:t>1 Table 1 (Overall + EGFR+/EGFR-)</a:t>
            </a:r>
          </a:p>
          <a:p>
            <a:r>
              <a:t>3 biểu đồ (hist, box, bar)</a:t>
            </a:r>
          </a:p>
          <a:p>
            <a:r>
              <a:t>5 dòng nhận xét: dữ liệu có gì đáng chú ý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Thực hành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Chạy notebook trên Colab với dữ liệu demo</a:t>
            </a:r>
          </a:p>
          <a:p>
            <a:pPr/>
            <a:r>
              <a:t>Tạo Table 1 và lưu file</a:t>
            </a:r>
          </a:p>
          <a:p>
            <a:pPr/>
            <a:r>
              <a:t>Vẽ ít nhất 3 biểu đồ và lưu file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Sản phẩm sau bài học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Table 1 tổng quan và theo EGFR</a:t>
            </a:r>
          </a:p>
          <a:p>
            <a:pPr/>
            <a:r>
              <a:t>Ba biểu đồ mô tả đã lưu file</a:t>
            </a:r>
          </a:p>
          <a:p>
            <a:pPr/>
            <a:r>
              <a:t>Một đoạn nhận xét ngắn 5 dòng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Ghi nhớ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Thống kê mô tả là nền tảng của mọi phân tích</a:t>
            </a:r>
          </a:p>
          <a:p>
            <a:r>
              <a:t>Làm sạch và mô tả trước khi huấn luyện ML</a:t>
            </a:r>
          </a:p>
          <a:p>
            <a:r>
              <a:t>Trình bày ngắn gọn, đúng đơn vị, đúng 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