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 mô hình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 — Hiệu năng mô hình và so sánh ROI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pipeline, bốn ROI, một cách đọc kết quả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951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389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intra, ring1, ring3, ring5 bằng cùng một mô hình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ROC, AUC và confusion matrix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ROI chính để dùng tiếp ở Day 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22402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32257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intra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70448" y="2487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22402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232257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ring1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36408" y="2487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92640" y="22402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02368" y="232257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ring3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02368" y="2487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30175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309981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ring5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30568" y="326440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0" y="3794760"/>
            <a:ext cx="56235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390448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bảng số nhìn nhanh</a:t>
            </a:r>
            <a:endParaRPr lang="en-US" sz="1200" dirty="0"/>
          </a:p>
        </p:txBody>
      </p:sp>
      <p:pic>
        <p:nvPicPr>
          <p:cNvPr id="25" name="Image 0" descr="/mnt/data/final_repo/book/_static/figures/day02_auc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172" y="4206240"/>
            <a:ext cx="2779776" cy="1737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giải thích vì sao phải giữ cùng một 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thuyết ngắn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thay nhiều thứ cùng lúc thì không đọc được ROI nào tốt hơn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97510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phải giữ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3832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train test split cho mọi ROI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bước imputer, scaler, one hot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classifier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cách tính ROC và AUC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154680" cy="4114800"/>
          </a:xfrm>
          <a:prstGeom prst="roundRect">
            <a:avLst>
              <a:gd name="adj" fmla="val 2899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82312" y="197510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của Day 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27432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features luôn giữ nguyên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thay nhóm radiomics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chạy lấy ra pred_prob và AUC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đang học</a:t>
            </a:r>
            <a:endParaRPr lang="en-US" sz="1200" dirty="0"/>
          </a:p>
        </p:txBody>
      </p:sp>
      <p:pic>
        <p:nvPicPr>
          <p:cNvPr id="16" name="Image 0" descr="/mnt/data/final_repo/book/_static/figures/day05_pipe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657614"/>
            <a:ext cx="3291840" cy="77721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bắt đầu từ phần code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nhóm biến và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— Gom biến và dựng pipeline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code này quyết định tính công bằng của so sánh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669280" cy="4526280"/>
          </a:xfrm>
          <a:prstGeom prst="roundRect">
            <a:avLst>
              <a:gd name="adj" fmla="val 1616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chuẩn bị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167128"/>
            <a:ext cx="5340096" cy="4023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'smoking_status'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'histology'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'tumor_size_mm'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'tumor_volume_cm3'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'tp53_mutation'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'sex'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'smoking_status'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'histology'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roi_groups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'intra'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'intra_'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'ring1_'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'ring3'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'ring3_'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'ring5'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'ring5_'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build_lr_pipeline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cat_cols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5074920" cy="4526280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929384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phải nắm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luôn đi cùng mọi ROI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chỉ đổi phần radiomics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Imputer đặt trong pipeline để tránh lỗi và tránh làm bẩn split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là đủ tốt cho bộ demo này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là vòng lặp tính AUC cho từng ROI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đánh giá ROI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— Chạy cùng một hàm cho bốn ROI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ROI trả ra AUC, Brier, threshold, sensitivity, specificity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đánh giá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167128"/>
            <a:ext cx="5431536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evaluate_roi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roi_name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feature_list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clinical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roi_groups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build_lr_pipeline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cat_cols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idx_train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feature_list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y_train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pred_prob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idx_test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feature_list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roc_auc_score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pred_prob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tpr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roc_curve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pred_prob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pred_prob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fpr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tpr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evaluate_roi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roi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roi_groups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920240"/>
            <a:ext cx="4800600" cy="4389120"/>
          </a:xfrm>
          <a:prstGeom prst="roundRect">
            <a:avLst>
              <a:gd name="adj" fmla="val 2083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8272" y="206654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chạy xong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423160"/>
            <a:ext cx="438912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một bảng số để xếp hạng ROI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pred_prob cho từng ROI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đường ROC để nhìn trực quan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threshold tốt nhất theo Youden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hiển thị ROC và AUC của bộ 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demo — ROC và AUC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slide này là nhìn ra ring1 đang tốt hơn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7635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92808"/>
            <a:ext cx="7360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và confusion matrix</a:t>
            </a:r>
            <a:endParaRPr lang="en-US" sz="1200" dirty="0"/>
          </a:p>
        </p:txBody>
      </p:sp>
      <p:pic>
        <p:nvPicPr>
          <p:cNvPr id="10" name="Image 0" descr="/mnt/data/final_repo/book/_static/figures/day02_result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32951"/>
            <a:ext cx="7360920" cy="239229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58200" y="178308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22792" y="1929384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kết quả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41080" y="2240280"/>
            <a:ext cx="27889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ring1 là 0.815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intra là 0.694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giữa ring1 và intra đủ rõ để mang ring1 sang Day 03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giúp nhìn độ nhạy và độ đặc hiệu tại threshold đã chọn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chốt cách viết kết quả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0"/>
            <a:ext cx="64008" cy="6858000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91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914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buổi học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sau bài học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Day 02 học sinh phải có cả số và hình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11226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có sau Day 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3891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 AUC của bốn ROI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hình ROC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confusion matrix cho ROI tốt nhất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ngắn giải thích vì sao chọn ring1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96596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2112264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sang Day 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49834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 sẽ trả lời câu hỏi kết quả ring1 có ổn định hay không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sau học sinh sẽ gặp CV, bootstrap và leakage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mới là phần khiến kết quả đáng tin hơn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6565392"/>
            <a:ext cx="11384280" cy="164592"/>
          </a:xfrm>
          <a:prstGeom prst="rect">
            <a:avLst/>
          </a:prstGeom>
          <a:solidFill>
            <a:srgbClr val="2E64D1"/>
          </a:solidFill>
          <a:ln w="12700">
            <a:solidFill>
              <a:srgbClr val="2E64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008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Day 03 — Độ ổn định của mô hình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Radiomics Mini Bootcamp</dc:title>
  <dc:subject>EGFR Radiomics Mini Bootcamp</dc:subject>
  <dc:creator>OpenAI</dc:creator>
  <cp:lastModifiedBy>OpenAI</cp:lastModifiedBy>
  <cp:revision>1</cp:revision>
  <dcterms:created xsi:type="dcterms:W3CDTF">2026-03-07T13:11:38Z</dcterms:created>
  <dcterms:modified xsi:type="dcterms:W3CDTF">2026-03-07T13:11:38Z</dcterms:modified>
</cp:coreProperties>
</file>