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Demo data  data/nsclc_egfr_radiomics_simplified.csv
- Output  book/_static/results/day02/roi_performance_table.csv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Notebook  book/day02.ipynb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Notebook  book/day02.ipynb
- Output  book/_static/results/day02/roi_performance_table.csv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Output  book/_static/results/day02/roc_compare_roi.png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Output  book/_static/results/day02/confusion_ring1.png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Hieu nang mo hinh va so sanh ROI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5212080" cy="2743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Dung mot pipeline ro rang cho tat ca ROI</a:t>
            </a:r>
            <a:endParaRPr lang="en-US" sz="2000" dirty="0"/>
          </a:p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So sanh intra va ring1 ring3 ring5</a:t>
            </a:r>
            <a:endParaRPr lang="en-US" sz="2000" dirty="0"/>
          </a:p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Doc ROC AUC va confusion matrix</a:t>
            </a:r>
            <a:endParaRPr lang="en-US" sz="2000" dirty="0"/>
          </a:p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Chon ROI tot nhat de sang Day 03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0" y="1965960"/>
            <a:ext cx="4754880" cy="1737360"/>
          </a:xfrm>
          <a:prstGeom prst="roundRect">
            <a:avLst>
              <a:gd name="adj" fmla="val 3158"/>
            </a:avLst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47104" y="2093976"/>
            <a:ext cx="4462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Ket qua chot cua demo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47104" y="2386584"/>
            <a:ext cx="4462272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ROI tot nhat la ring1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AUC cua ring1  0.815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Intra thap hon ro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3840480"/>
          <a:ext cx="5120640" cy="1783080"/>
        </p:xfrm>
        <a:graphic>
          <a:graphicData uri="http://schemas.openxmlformats.org/drawingml/2006/table">
            <a:tbl>
              <a:tblPr/>
              <a:tblGrid>
                <a:gridCol w="1843430"/>
                <a:gridCol w="468173"/>
                <a:gridCol w="468173"/>
                <a:gridCol w="468173"/>
                <a:gridCol w="468173"/>
                <a:gridCol w="468173"/>
                <a:gridCol w="468173"/>
                <a:gridCol w="468173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ROI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AUC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Sensitivity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Specificity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TN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FP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FN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TP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ring1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0.815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0.391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0.778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ring3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0.747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0.522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0.852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ring5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0.747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0.435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0.815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0.694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0.391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0.852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Pipeline cua buoi 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4389120" cy="2286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203200" indent="-203200">
              <a:buSzPct val="100000"/>
              <a:buChar char="•"/>
            </a:pPr>
            <a:r>
              <a:rPr lang="en-US" sz="1900" dirty="0">
                <a:solidFill>
                  <a:srgbClr val="1F2430"/>
                </a:solidFill>
              </a:rPr>
              <a:t>Dien gia tri thieu</a:t>
            </a:r>
            <a:endParaRPr lang="en-US" sz="1900" dirty="0"/>
          </a:p>
          <a:p>
            <a:pPr marL="203200" indent="-203200">
              <a:buSzPct val="100000"/>
              <a:buChar char="•"/>
            </a:pPr>
            <a:r>
              <a:rPr lang="en-US" sz="1900" dirty="0">
                <a:solidFill>
                  <a:srgbClr val="1F2430"/>
                </a:solidFill>
              </a:rPr>
              <a:t>Chuan hoa bien so</a:t>
            </a:r>
            <a:endParaRPr lang="en-US" sz="1900" dirty="0"/>
          </a:p>
          <a:p>
            <a:pPr marL="203200" indent="-203200">
              <a:buSzPct val="100000"/>
              <a:buChar char="•"/>
            </a:pPr>
            <a:r>
              <a:rPr lang="en-US" sz="1900" dirty="0">
                <a:solidFill>
                  <a:srgbClr val="1F2430"/>
                </a:solidFill>
              </a:rPr>
              <a:t>One hot cho bien phan loai</a:t>
            </a:r>
            <a:endParaRPr lang="en-US" sz="1900" dirty="0"/>
          </a:p>
          <a:p>
            <a:pPr marL="203200" indent="-203200">
              <a:buSzPct val="100000"/>
              <a:buChar char="•"/>
            </a:pPr>
            <a:r>
              <a:rPr lang="en-US" sz="1900" dirty="0">
                <a:solidFill>
                  <a:srgbClr val="1F2430"/>
                </a:solidFill>
              </a:rPr>
              <a:t>Logistic regression o cuoi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303520" y="1783080"/>
            <a:ext cx="5760720" cy="36576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31536" y="1856232"/>
            <a:ext cx="5504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575"/>
                </a:solidFill>
              </a:rPr>
              <a:t>Code chinh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13248" y="2093976"/>
            <a:ext cx="5541264" cy="3273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make_pipe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dtype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'object'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ColumnTransformer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'num'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Pipeline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'imp'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SimpleImputer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'median'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'scale'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StandardScaler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num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'cat'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Pipeline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'imp'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SimpleImputer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'most_frequent'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'onehot'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OneHotEncoder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handle_unknown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'ignore'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Pipeline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'pre'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'model'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LogisticRegression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52628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23544" y="4654296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Vì sao dung mot pipeline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23544" y="4946904"/>
            <a:ext cx="409651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Moi ROI phai duoc xu ly bang cung mot cach.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Luc do bang AUC moi co the so sanh cong bang.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Code chay tung ROI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577840" cy="3383280"/>
          </a:xfrm>
          <a:prstGeom prst="roundRect">
            <a:avLst>
              <a:gd name="adj" fmla="val 1622"/>
            </a:avLst>
          </a:prstGeom>
          <a:solidFill>
            <a:srgbClr val="F7F9FC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901952"/>
            <a:ext cx="5321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575"/>
                </a:solidFill>
              </a:rPr>
              <a:t>Code vong lap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39696"/>
            <a:ext cx="5358384" cy="2999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cols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feature_sets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pipe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make_pipe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X_train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X_test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y_train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y_test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train_test_split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test_size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0.25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random_state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stratify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y_train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prob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predict_proba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X_test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auc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roc_auc_score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y_test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prob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828800"/>
          <a:ext cx="4572000" cy="2331720"/>
        </p:xfrm>
        <a:graphic>
          <a:graphicData uri="http://schemas.openxmlformats.org/drawingml/2006/table">
            <a:tbl>
              <a:tblPr/>
              <a:tblGrid>
                <a:gridCol w="1645920"/>
                <a:gridCol w="418011"/>
                <a:gridCol w="418011"/>
                <a:gridCol w="418011"/>
                <a:gridCol w="418011"/>
                <a:gridCol w="418011"/>
                <a:gridCol w="418011"/>
                <a:gridCol w="418011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AUC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Sensitivity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Specificity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FP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TP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ring1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0.815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0.391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ring3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0.522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0.852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ring5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0.435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0.815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0.391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0.852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37960" y="4434840"/>
            <a:ext cx="4663440" cy="914400"/>
          </a:xfrm>
          <a:prstGeom prst="roundRect">
            <a:avLst>
              <a:gd name="adj" fmla="val 6000"/>
            </a:avLst>
          </a:prstGeom>
          <a:solidFill>
            <a:srgbClr val="EAF7F0"/>
          </a:solidFill>
          <a:ln w="12700">
            <a:solidFill>
              <a:srgbClr val="EAF7F0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684264" y="4562856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Y canh bang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684264" y="4855464"/>
            <a:ext cx="43708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Bang nay du de hoc sinh doc AUC, sensitivity, specificity.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Khong can them nhieu thuat ngu hon.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Ket qua demo  ROC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pic>
        <p:nvPicPr>
          <p:cNvPr id="7" name="Image 0" descr="/mnt/data/repo_final_build/book/_static/results/day02/roc_compare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329" y="1828800"/>
            <a:ext cx="5148943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2057400"/>
            <a:ext cx="3383280" cy="2011680"/>
          </a:xfrm>
          <a:prstGeom prst="roundRect">
            <a:avLst>
              <a:gd name="adj" fmla="val 2727"/>
            </a:avLst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72984" y="2185416"/>
            <a:ext cx="3090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Doc hinh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872984" y="2478024"/>
            <a:ext cx="3090672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Ring1 la duong nam cao hon trong bo demo.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Do khong co nghia la ring1 se luon dung voi moi bo du lieu.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Vi vay Day 03 phai kiem tra do on dinh.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Ket qua demo  confusion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pic>
        <p:nvPicPr>
          <p:cNvPr id="7" name="Image 0" descr="/mnt/data/repo_final_build/book/_static/results/day02/confusion_rin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65215"/>
            <a:ext cx="4389120" cy="385909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920240"/>
            <a:ext cx="5029200" cy="1280160"/>
          </a:xfrm>
          <a:prstGeom prst="roundRect">
            <a:avLst>
              <a:gd name="adj" fmla="val 4286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815584" y="2048256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Cau noi can nho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15584" y="2340864"/>
            <a:ext cx="4736592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AUC dung de so sanh tong quat.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Confusion matrix giup nhin sai o dau.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Hai thu nay nen doc cung nhau.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15000" y="3566160"/>
            <a:ext cx="4937760" cy="1828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F2430"/>
                </a:solidFill>
              </a:rPr>
              <a:t>Ring1 giu lai cho buoi sau</a:t>
            </a:r>
            <a:endParaRPr lang="en-US" sz="1800" dirty="0"/>
          </a:p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F2430"/>
                </a:solidFill>
              </a:rPr>
              <a:t>Kiem tra CV va bootstrap</a:t>
            </a:r>
            <a:endParaRPr lang="en-US" sz="1800" dirty="0"/>
          </a:p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F2430"/>
                </a:solidFill>
              </a:rPr>
              <a:t>Khong ket luan chi bang mot lan chia du lieu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02</dc:title>
  <dc:subject>Day 02</dc:subject>
  <dc:creator>OpenAI</dc:creator>
  <cp:lastModifiedBy>OpenAI</cp:lastModifiedBy>
  <cp:revision>1</cp:revision>
  <dcterms:created xsi:type="dcterms:W3CDTF">2026-03-07T13:13:50Z</dcterms:created>
  <dcterms:modified xsi:type="dcterms:W3CDTF">2026-03-07T13:13:50Z</dcterms:modified>
</cp:coreProperties>
</file>