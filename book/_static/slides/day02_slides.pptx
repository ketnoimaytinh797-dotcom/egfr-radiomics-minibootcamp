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Day 02 — ML performance: train test + ROC AUC + so sánh ROI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EGFR Radiomics mini bootcamp (5 buổi)</a:t>
            </a:r>
          </a:p>
          <a:p>
            <a:r>
              <a:t>Format: slides + Colab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Nội dung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Mục tiêu buổi học</a:t>
            </a:r>
          </a:p>
          <a:p>
            <a:pPr/>
            <a:r>
              <a:t>Chuẩn bị dữ liệu đầu vào cho mô hình</a:t>
            </a:r>
          </a:p>
          <a:p>
            <a:pPr/>
            <a:r>
              <a:t>Train test và tính ROC AUC</a:t>
            </a:r>
          </a:p>
          <a:p>
            <a:pPr/>
            <a:r>
              <a:t>So sánh INTRA và RING 1 3 5</a:t>
            </a:r>
          </a:p>
          <a:p>
            <a:pPr/>
            <a:r>
              <a:t>Lưu sản phẩm cuối buổi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Nhắc lại bài toán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Input: vector đặc trưng lâm sàng và radiomics</a:t>
            </a:r>
          </a:p>
          <a:p>
            <a:r>
              <a:t>Output: xác suất egfr_mutation = 1</a:t>
            </a:r>
          </a:p>
          <a:p>
            <a:r>
              <a:t>Mục tiêu: mô hình dự đoán tốt và đánh giá công bằng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chuẩn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Tiền xử lý: mã hoá biến định tính, scale biến số</a:t>
            </a:r>
          </a:p>
          <a:p>
            <a:r>
              <a:t>Mô hình: Logistic Regression hoặc Random Forest</a:t>
            </a:r>
          </a:p>
          <a:p>
            <a:r>
              <a:t>Đánh giá: ROC AUC, sensitivity, specificity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 test split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Chia dữ liệu: train và test</a:t>
            </a:r>
          </a:p>
          <a:p>
            <a:r>
              <a:t>Stratify theo EGFR để giữ tỉ lệ</a:t>
            </a:r>
          </a:p>
          <a:p>
            <a:r>
              <a:t>Đặt random_state để tái lập</a:t>
            </a:r>
          </a:p>
          <a:p>
            <a:r>
              <a:t>Không dùng test để học bất cứ thứ gì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Confusion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TP, FP, TN, FN</a:t>
            </a:r>
          </a:p>
          <a:p>
            <a:r>
              <a:t>Sensitivity: bắt đúng EGFR(+)</a:t>
            </a:r>
          </a:p>
          <a:p>
            <a:r>
              <a:t>Specificity: bắt đúng EGFR(-)</a:t>
            </a:r>
          </a:p>
          <a:p>
            <a:r>
              <a:t>PPV NPV phụ thuộc tỉ lệ bệnh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ROC và AUC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ROC: trade off giữa sensitivity và 1-specificity</a:t>
            </a:r>
          </a:p>
          <a:p>
            <a:r>
              <a:t>AUC: khả năng phân biệt hai nhóm</a:t>
            </a:r>
          </a:p>
          <a:p>
            <a:r>
              <a:t>AUC 0.5 = ngẫu nhiên, 1.0 = hoàn hảo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Threshold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Ngưỡng 0.5 chỉ là mặc định</a:t>
            </a:r>
          </a:p>
          <a:p>
            <a:r>
              <a:t>Có thể chọn theo Youden J để cân bằng</a:t>
            </a:r>
          </a:p>
          <a:p>
            <a:r>
              <a:t>Tuỳ mục tiêu lâm sàng: ưu tiên sensitivity hay specificity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 sánh các bộ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Clinical only</a:t>
            </a:r>
          </a:p>
          <a:p>
            <a:r>
              <a:t>Intra radiomics</a:t>
            </a:r>
          </a:p>
          <a:p>
            <a:r>
              <a:t>Ring1 radiomics</a:t>
            </a:r>
          </a:p>
          <a:p>
            <a:r>
              <a:t>Ring3 radiomics</a:t>
            </a:r>
          </a:p>
          <a:p>
            <a:r>
              <a:t>Ring5 radiomics</a:t>
            </a:r>
          </a:p>
          <a:p>
            <a:r>
              <a:t>So sánh phải dùng cùng cách chia dữ liệu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Kết quả cần báo cáo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AUC trên test</a:t>
            </a:r>
          </a:p>
          <a:p>
            <a:r>
              <a:t>Sensitivity và specificity ở 1 threshold</a:t>
            </a:r>
          </a:p>
          <a:p>
            <a:r>
              <a:t>Nêu rõ feature set nào tốt nhất</a:t>
            </a:r>
          </a:p>
          <a:p>
            <a:r>
              <a:t>Không phóng đại: đây là dự đoán, không thay xét nghiệm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Kế hoạch thực hành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1) Đọc dữ liệu</a:t>
            </a:r>
          </a:p>
          <a:p>
            <a:r>
              <a:t>2) Tạo 5 feature sets</a:t>
            </a:r>
          </a:p>
          <a:p>
            <a:r>
              <a:t>3) Train Logistic Regression</a:t>
            </a:r>
          </a:p>
          <a:p>
            <a:r>
              <a:t>4) Vẽ ROC và tính AUC</a:t>
            </a:r>
          </a:p>
          <a:p>
            <a:r>
              <a:t>5) So sánh intra và ring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Checklist cuối buổi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972800" cy="4572000"/>
          </a:xfrm>
          <a:prstGeom prst="rect">
            <a:avLst/>
          </a:prstGeom>
          <a:solidFill>
            <a:srgbClr val="F5F5F5"/>
          </a:solidFill>
          <a:ln>
            <a:solidFill>
              <a:srgbClr val="C8C8C8"/>
            </a:solidFill>
          </a:ln>
        </p:spPr>
        <p:txBody>
          <a:bodyPr wrap="square">
            <a:spAutoFit/>
          </a:bodyPr>
          <a:lstStyle/>
          <a:p>
            <a:r>
              <a:t>Bảng so sánh AUC của 5 feature sets</a:t>
            </a:r>
          </a:p>
          <a:p>
            <a:r>
              <a:t>1 hình ROC cho model tốt nhất</a:t>
            </a:r>
          </a:p>
          <a:p>
            <a:r>
              <a:t>1 confusion matrix</a:t>
            </a:r>
          </a:p>
          <a:p>
            <a:r>
              <a:t>5 dòng kết luận ngắn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Thực hành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Huấn luyện mô hình baseline</a:t>
            </a:r>
          </a:p>
          <a:p>
            <a:pPr/>
            <a:r>
              <a:t>So sánh AUC giữa INTRA và RING</a:t>
            </a:r>
          </a:p>
          <a:p>
            <a:pPr/>
            <a:r>
              <a:t>Lưu hình ROC và bảng kết quả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Lỗi hay gặp khi chạy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Chưa chuẩn hoá dữ liệu và so sánh sai</a:t>
            </a:r>
          </a:p>
          <a:p>
            <a:pPr/>
            <a:r>
              <a:t>Chia train test không cố định seed</a:t>
            </a:r>
          </a:p>
          <a:p>
            <a:pPr/>
            <a:r>
              <a:t>Đặt threshold tuỳ ý không giải thích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Sản phẩm sau bài học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Bảng chỉ số và AUC cho INTRA và RING</a:t>
            </a:r>
          </a:p>
          <a:p>
            <a:pPr/>
            <a:r>
              <a:t>Một hình ROC đã lưu file</a:t>
            </a:r>
          </a:p>
          <a:p>
            <a:pPr/>
            <a:r>
              <a:t>Một confusion matrix đã lưu 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